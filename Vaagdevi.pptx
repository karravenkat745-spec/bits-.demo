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7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1A330-DB63-45CA-868D-6F00EFB883BD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11C9-F4CA-47ED-844B-E97EE4396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694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1A330-DB63-45CA-868D-6F00EFB883BD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11C9-F4CA-47ED-844B-E97EE4396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959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1A330-DB63-45CA-868D-6F00EFB883BD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11C9-F4CA-47ED-844B-E97EE4396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71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1A330-DB63-45CA-868D-6F00EFB883BD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11C9-F4CA-47ED-844B-E97EE4396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665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1A330-DB63-45CA-868D-6F00EFB883BD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11C9-F4CA-47ED-844B-E97EE4396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311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1A330-DB63-45CA-868D-6F00EFB883BD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11C9-F4CA-47ED-844B-E97EE4396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7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1A330-DB63-45CA-868D-6F00EFB883BD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11C9-F4CA-47ED-844B-E97EE4396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447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1A330-DB63-45CA-868D-6F00EFB883BD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11C9-F4CA-47ED-844B-E97EE4396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93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1A330-DB63-45CA-868D-6F00EFB883BD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11C9-F4CA-47ED-844B-E97EE4396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378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1A330-DB63-45CA-868D-6F00EFB883BD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11C9-F4CA-47ED-844B-E97EE4396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18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1A330-DB63-45CA-868D-6F00EFB883BD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11C9-F4CA-47ED-844B-E97EE4396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38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1A330-DB63-45CA-868D-6F00EFB883BD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111C9-F4CA-47ED-844B-E97EE4396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87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F2059D1-4B59-FC6D-0CC4-0A1820E1F75E}"/>
              </a:ext>
            </a:extLst>
          </p:cNvPr>
          <p:cNvSpPr txBox="1"/>
          <p:nvPr/>
        </p:nvSpPr>
        <p:spPr>
          <a:xfrm>
            <a:off x="2292246" y="2355061"/>
            <a:ext cx="53215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kern="100" dirty="0">
                <a:effectLst/>
                <a:latin typeface="Old English Text MT" panose="03040902040508030806" pitchFamily="66" charset="0"/>
                <a:ea typeface="Garamond" panose="02020404030301010803" pitchFamily="18" charset="0"/>
                <a:cs typeface="Times New Roman" panose="02020603050405020304" pitchFamily="18" charset="0"/>
              </a:rPr>
              <a:t>Certificate of Participation</a:t>
            </a:r>
            <a:endParaRPr lang="en-IN" sz="3600" kern="100" dirty="0">
              <a:effectLst/>
              <a:latin typeface="Garamond" panose="02020404030301010803" pitchFamily="18" charset="0"/>
              <a:ea typeface="Garamond" panose="02020404030301010803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030B7D-93BB-5952-E40D-8AB6C8EB7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25" y="218592"/>
            <a:ext cx="8954750" cy="13241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7AAAD3-963D-07CE-E2D0-8A9F056E7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286" y="1587285"/>
            <a:ext cx="980118" cy="690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BC4335-3A94-D90E-814C-7EA906598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299" y="1587285"/>
            <a:ext cx="863183" cy="6354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90ADFD-37EC-92B7-16AF-D274465492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0662" y="1431848"/>
            <a:ext cx="806379" cy="77260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4989916-90D2-E53A-CD18-C3BF6C1CBDAC}"/>
              </a:ext>
            </a:extLst>
          </p:cNvPr>
          <p:cNvSpPr txBox="1"/>
          <p:nvPr/>
        </p:nvSpPr>
        <p:spPr>
          <a:xfrm>
            <a:off x="3695075" y="3105834"/>
            <a:ext cx="2773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to certify that</a:t>
            </a:r>
          </a:p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9E025F-800B-ADE9-C75E-A381C1EEF327}"/>
              </a:ext>
            </a:extLst>
          </p:cNvPr>
          <p:cNvSpPr txBox="1"/>
          <p:nvPr/>
        </p:nvSpPr>
        <p:spPr>
          <a:xfrm>
            <a:off x="1079291" y="3429000"/>
            <a:ext cx="80047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Mr./Ms.______________________________________________________________</a:t>
            </a:r>
            <a:b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__________________________________________________________________</a:t>
            </a:r>
          </a:p>
          <a:p>
            <a:pPr algn="just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participated in ______________________________ competition held during the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SHRESTAH-2K24 at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Bvaagdevi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College of Engineering on 5th March, 2024.</a:t>
            </a:r>
          </a:p>
          <a:p>
            <a:pPr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highly appreciate your participation and wish you success for the future projects.</a:t>
            </a:r>
          </a:p>
          <a:p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7FCA693-82E3-1876-8DF2-5267D0C444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0213" y="1667068"/>
            <a:ext cx="1917718" cy="495642"/>
          </a:xfrm>
          <a:prstGeom prst="rect">
            <a:avLst/>
          </a:prstGeom>
        </p:spPr>
      </p:pic>
      <p:sp>
        <p:nvSpPr>
          <p:cNvPr id="37" name="Frame 36">
            <a:extLst>
              <a:ext uri="{FF2B5EF4-FFF2-40B4-BE49-F238E27FC236}">
                <a16:creationId xmlns:a16="http://schemas.microsoft.com/office/drawing/2014/main" id="{7A2CE3D4-6829-E67F-F583-62D775191CF6}"/>
              </a:ext>
            </a:extLst>
          </p:cNvPr>
          <p:cNvSpPr/>
          <p:nvPr/>
        </p:nvSpPr>
        <p:spPr>
          <a:xfrm>
            <a:off x="179881" y="218592"/>
            <a:ext cx="9473785" cy="6420816"/>
          </a:xfrm>
          <a:custGeom>
            <a:avLst/>
            <a:gdLst>
              <a:gd name="connsiteX0" fmla="*/ 0 w 9174968"/>
              <a:gd name="connsiteY0" fmla="*/ 0 h 6639409"/>
              <a:gd name="connsiteX1" fmla="*/ 9174968 w 9174968"/>
              <a:gd name="connsiteY1" fmla="*/ 0 h 6639409"/>
              <a:gd name="connsiteX2" fmla="*/ 9174968 w 9174968"/>
              <a:gd name="connsiteY2" fmla="*/ 6639409 h 6639409"/>
              <a:gd name="connsiteX3" fmla="*/ 0 w 9174968"/>
              <a:gd name="connsiteY3" fmla="*/ 6639409 h 6639409"/>
              <a:gd name="connsiteX4" fmla="*/ 0 w 9174968"/>
              <a:gd name="connsiteY4" fmla="*/ 0 h 6639409"/>
              <a:gd name="connsiteX5" fmla="*/ 829926 w 9174968"/>
              <a:gd name="connsiteY5" fmla="*/ 829926 h 6639409"/>
              <a:gd name="connsiteX6" fmla="*/ 829926 w 9174968"/>
              <a:gd name="connsiteY6" fmla="*/ 5809483 h 6639409"/>
              <a:gd name="connsiteX7" fmla="*/ 8345042 w 9174968"/>
              <a:gd name="connsiteY7" fmla="*/ 5809483 h 6639409"/>
              <a:gd name="connsiteX8" fmla="*/ 8345042 w 9174968"/>
              <a:gd name="connsiteY8" fmla="*/ 829926 h 6639409"/>
              <a:gd name="connsiteX9" fmla="*/ 829926 w 9174968"/>
              <a:gd name="connsiteY9" fmla="*/ 829926 h 6639409"/>
              <a:gd name="connsiteX0" fmla="*/ 0 w 9174968"/>
              <a:gd name="connsiteY0" fmla="*/ 0 h 6639409"/>
              <a:gd name="connsiteX1" fmla="*/ 9174968 w 9174968"/>
              <a:gd name="connsiteY1" fmla="*/ 0 h 6639409"/>
              <a:gd name="connsiteX2" fmla="*/ 9174968 w 9174968"/>
              <a:gd name="connsiteY2" fmla="*/ 6639409 h 6639409"/>
              <a:gd name="connsiteX3" fmla="*/ 0 w 9174968"/>
              <a:gd name="connsiteY3" fmla="*/ 6639409 h 6639409"/>
              <a:gd name="connsiteX4" fmla="*/ 0 w 9174968"/>
              <a:gd name="connsiteY4" fmla="*/ 0 h 6639409"/>
              <a:gd name="connsiteX5" fmla="*/ 829926 w 9174968"/>
              <a:gd name="connsiteY5" fmla="*/ 829926 h 6639409"/>
              <a:gd name="connsiteX6" fmla="*/ 829926 w 9174968"/>
              <a:gd name="connsiteY6" fmla="*/ 5809483 h 6639409"/>
              <a:gd name="connsiteX7" fmla="*/ 8345042 w 9174968"/>
              <a:gd name="connsiteY7" fmla="*/ 5809483 h 6639409"/>
              <a:gd name="connsiteX8" fmla="*/ 9079560 w 9174968"/>
              <a:gd name="connsiteY8" fmla="*/ 155369 h 6639409"/>
              <a:gd name="connsiteX9" fmla="*/ 829926 w 9174968"/>
              <a:gd name="connsiteY9" fmla="*/ 829926 h 6639409"/>
              <a:gd name="connsiteX0" fmla="*/ 0 w 9174968"/>
              <a:gd name="connsiteY0" fmla="*/ 0 h 6639409"/>
              <a:gd name="connsiteX1" fmla="*/ 9174968 w 9174968"/>
              <a:gd name="connsiteY1" fmla="*/ 0 h 6639409"/>
              <a:gd name="connsiteX2" fmla="*/ 9174968 w 9174968"/>
              <a:gd name="connsiteY2" fmla="*/ 6639409 h 6639409"/>
              <a:gd name="connsiteX3" fmla="*/ 0 w 9174968"/>
              <a:gd name="connsiteY3" fmla="*/ 6639409 h 6639409"/>
              <a:gd name="connsiteX4" fmla="*/ 0 w 9174968"/>
              <a:gd name="connsiteY4" fmla="*/ 0 h 6639409"/>
              <a:gd name="connsiteX5" fmla="*/ 65428 w 9174968"/>
              <a:gd name="connsiteY5" fmla="*/ 95408 h 6639409"/>
              <a:gd name="connsiteX6" fmla="*/ 829926 w 9174968"/>
              <a:gd name="connsiteY6" fmla="*/ 5809483 h 6639409"/>
              <a:gd name="connsiteX7" fmla="*/ 8345042 w 9174968"/>
              <a:gd name="connsiteY7" fmla="*/ 5809483 h 6639409"/>
              <a:gd name="connsiteX8" fmla="*/ 9079560 w 9174968"/>
              <a:gd name="connsiteY8" fmla="*/ 155369 h 6639409"/>
              <a:gd name="connsiteX9" fmla="*/ 65428 w 9174968"/>
              <a:gd name="connsiteY9" fmla="*/ 95408 h 6639409"/>
              <a:gd name="connsiteX0" fmla="*/ 0 w 9174968"/>
              <a:gd name="connsiteY0" fmla="*/ 0 h 6639409"/>
              <a:gd name="connsiteX1" fmla="*/ 9174968 w 9174968"/>
              <a:gd name="connsiteY1" fmla="*/ 0 h 6639409"/>
              <a:gd name="connsiteX2" fmla="*/ 9174968 w 9174968"/>
              <a:gd name="connsiteY2" fmla="*/ 6639409 h 6639409"/>
              <a:gd name="connsiteX3" fmla="*/ 0 w 9174968"/>
              <a:gd name="connsiteY3" fmla="*/ 6639409 h 6639409"/>
              <a:gd name="connsiteX4" fmla="*/ 0 w 9174968"/>
              <a:gd name="connsiteY4" fmla="*/ 0 h 6639409"/>
              <a:gd name="connsiteX5" fmla="*/ 65428 w 9174968"/>
              <a:gd name="connsiteY5" fmla="*/ 95408 h 6639409"/>
              <a:gd name="connsiteX6" fmla="*/ 110398 w 9174968"/>
              <a:gd name="connsiteY6" fmla="*/ 6514021 h 6639409"/>
              <a:gd name="connsiteX7" fmla="*/ 8345042 w 9174968"/>
              <a:gd name="connsiteY7" fmla="*/ 5809483 h 6639409"/>
              <a:gd name="connsiteX8" fmla="*/ 9079560 w 9174968"/>
              <a:gd name="connsiteY8" fmla="*/ 155369 h 6639409"/>
              <a:gd name="connsiteX9" fmla="*/ 65428 w 9174968"/>
              <a:gd name="connsiteY9" fmla="*/ 95408 h 6639409"/>
              <a:gd name="connsiteX0" fmla="*/ 0 w 9174968"/>
              <a:gd name="connsiteY0" fmla="*/ 0 h 6639409"/>
              <a:gd name="connsiteX1" fmla="*/ 9174968 w 9174968"/>
              <a:gd name="connsiteY1" fmla="*/ 0 h 6639409"/>
              <a:gd name="connsiteX2" fmla="*/ 9174968 w 9174968"/>
              <a:gd name="connsiteY2" fmla="*/ 6639409 h 6639409"/>
              <a:gd name="connsiteX3" fmla="*/ 0 w 9174968"/>
              <a:gd name="connsiteY3" fmla="*/ 6639409 h 6639409"/>
              <a:gd name="connsiteX4" fmla="*/ 0 w 9174968"/>
              <a:gd name="connsiteY4" fmla="*/ 0 h 6639409"/>
              <a:gd name="connsiteX5" fmla="*/ 65428 w 9174968"/>
              <a:gd name="connsiteY5" fmla="*/ 95408 h 6639409"/>
              <a:gd name="connsiteX6" fmla="*/ 110398 w 9174968"/>
              <a:gd name="connsiteY6" fmla="*/ 6514021 h 6639409"/>
              <a:gd name="connsiteX7" fmla="*/ 9049580 w 9174968"/>
              <a:gd name="connsiteY7" fmla="*/ 6558991 h 6639409"/>
              <a:gd name="connsiteX8" fmla="*/ 9079560 w 9174968"/>
              <a:gd name="connsiteY8" fmla="*/ 155369 h 6639409"/>
              <a:gd name="connsiteX9" fmla="*/ 65428 w 9174968"/>
              <a:gd name="connsiteY9" fmla="*/ 95408 h 6639409"/>
              <a:gd name="connsiteX0" fmla="*/ 0 w 9174968"/>
              <a:gd name="connsiteY0" fmla="*/ 0 h 6639409"/>
              <a:gd name="connsiteX1" fmla="*/ 9174968 w 9174968"/>
              <a:gd name="connsiteY1" fmla="*/ 0 h 6639409"/>
              <a:gd name="connsiteX2" fmla="*/ 9174968 w 9174968"/>
              <a:gd name="connsiteY2" fmla="*/ 6639409 h 6639409"/>
              <a:gd name="connsiteX3" fmla="*/ 0 w 9174968"/>
              <a:gd name="connsiteY3" fmla="*/ 6639409 h 6639409"/>
              <a:gd name="connsiteX4" fmla="*/ 0 w 9174968"/>
              <a:gd name="connsiteY4" fmla="*/ 0 h 6639409"/>
              <a:gd name="connsiteX5" fmla="*/ 65428 w 9174968"/>
              <a:gd name="connsiteY5" fmla="*/ 95408 h 6639409"/>
              <a:gd name="connsiteX6" fmla="*/ 110398 w 9174968"/>
              <a:gd name="connsiteY6" fmla="*/ 6514021 h 6639409"/>
              <a:gd name="connsiteX7" fmla="*/ 9109541 w 9174968"/>
              <a:gd name="connsiteY7" fmla="*/ 6544000 h 6639409"/>
              <a:gd name="connsiteX8" fmla="*/ 9079560 w 9174968"/>
              <a:gd name="connsiteY8" fmla="*/ 155369 h 6639409"/>
              <a:gd name="connsiteX9" fmla="*/ 65428 w 9174968"/>
              <a:gd name="connsiteY9" fmla="*/ 95408 h 6639409"/>
              <a:gd name="connsiteX0" fmla="*/ 0 w 9174968"/>
              <a:gd name="connsiteY0" fmla="*/ 0 h 6639409"/>
              <a:gd name="connsiteX1" fmla="*/ 9174968 w 9174968"/>
              <a:gd name="connsiteY1" fmla="*/ 0 h 6639409"/>
              <a:gd name="connsiteX2" fmla="*/ 9174968 w 9174968"/>
              <a:gd name="connsiteY2" fmla="*/ 6639409 h 6639409"/>
              <a:gd name="connsiteX3" fmla="*/ 0 w 9174968"/>
              <a:gd name="connsiteY3" fmla="*/ 6639409 h 6639409"/>
              <a:gd name="connsiteX4" fmla="*/ 0 w 9174968"/>
              <a:gd name="connsiteY4" fmla="*/ 0 h 6639409"/>
              <a:gd name="connsiteX5" fmla="*/ 65428 w 9174968"/>
              <a:gd name="connsiteY5" fmla="*/ 95408 h 6639409"/>
              <a:gd name="connsiteX6" fmla="*/ 80417 w 9174968"/>
              <a:gd name="connsiteY6" fmla="*/ 6573982 h 6639409"/>
              <a:gd name="connsiteX7" fmla="*/ 9109541 w 9174968"/>
              <a:gd name="connsiteY7" fmla="*/ 6544000 h 6639409"/>
              <a:gd name="connsiteX8" fmla="*/ 9079560 w 9174968"/>
              <a:gd name="connsiteY8" fmla="*/ 155369 h 6639409"/>
              <a:gd name="connsiteX9" fmla="*/ 65428 w 9174968"/>
              <a:gd name="connsiteY9" fmla="*/ 95408 h 6639409"/>
              <a:gd name="connsiteX0" fmla="*/ 0 w 9174968"/>
              <a:gd name="connsiteY0" fmla="*/ 0 h 6639409"/>
              <a:gd name="connsiteX1" fmla="*/ 9174968 w 9174968"/>
              <a:gd name="connsiteY1" fmla="*/ 0 h 6639409"/>
              <a:gd name="connsiteX2" fmla="*/ 9174968 w 9174968"/>
              <a:gd name="connsiteY2" fmla="*/ 6639409 h 6639409"/>
              <a:gd name="connsiteX3" fmla="*/ 0 w 9174968"/>
              <a:gd name="connsiteY3" fmla="*/ 6639409 h 6639409"/>
              <a:gd name="connsiteX4" fmla="*/ 0 w 9174968"/>
              <a:gd name="connsiteY4" fmla="*/ 0 h 6639409"/>
              <a:gd name="connsiteX5" fmla="*/ 65428 w 9174968"/>
              <a:gd name="connsiteY5" fmla="*/ 95408 h 6639409"/>
              <a:gd name="connsiteX6" fmla="*/ 80417 w 9174968"/>
              <a:gd name="connsiteY6" fmla="*/ 6573982 h 6639409"/>
              <a:gd name="connsiteX7" fmla="*/ 9109541 w 9174968"/>
              <a:gd name="connsiteY7" fmla="*/ 6544000 h 6639409"/>
              <a:gd name="connsiteX8" fmla="*/ 9109540 w 9174968"/>
              <a:gd name="connsiteY8" fmla="*/ 50438 h 6639409"/>
              <a:gd name="connsiteX9" fmla="*/ 65428 w 9174968"/>
              <a:gd name="connsiteY9" fmla="*/ 95408 h 6639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74968" h="6639409">
                <a:moveTo>
                  <a:pt x="0" y="0"/>
                </a:moveTo>
                <a:lnTo>
                  <a:pt x="9174968" y="0"/>
                </a:lnTo>
                <a:lnTo>
                  <a:pt x="9174968" y="6639409"/>
                </a:lnTo>
                <a:lnTo>
                  <a:pt x="0" y="6639409"/>
                </a:lnTo>
                <a:lnTo>
                  <a:pt x="0" y="0"/>
                </a:lnTo>
                <a:close/>
                <a:moveTo>
                  <a:pt x="65428" y="95408"/>
                </a:moveTo>
                <a:cubicBezTo>
                  <a:pt x="70424" y="2254933"/>
                  <a:pt x="75421" y="4414457"/>
                  <a:pt x="80417" y="6573982"/>
                </a:cubicBezTo>
                <a:lnTo>
                  <a:pt x="9109541" y="6544000"/>
                </a:lnTo>
                <a:cubicBezTo>
                  <a:pt x="9109541" y="4379479"/>
                  <a:pt x="9109540" y="2214959"/>
                  <a:pt x="9109540" y="50438"/>
                </a:cubicBezTo>
                <a:lnTo>
                  <a:pt x="65428" y="95408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03DF1724-EC69-0934-6DE5-A2E05FB4AB8F}"/>
              </a:ext>
            </a:extLst>
          </p:cNvPr>
          <p:cNvSpPr/>
          <p:nvPr/>
        </p:nvSpPr>
        <p:spPr>
          <a:xfrm>
            <a:off x="214857" y="4781774"/>
            <a:ext cx="1276888" cy="1842862"/>
          </a:xfrm>
          <a:custGeom>
            <a:avLst/>
            <a:gdLst>
              <a:gd name="connsiteX0" fmla="*/ 0 w 914400"/>
              <a:gd name="connsiteY0" fmla="*/ 914400 h 914400"/>
              <a:gd name="connsiteX1" fmla="*/ 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0" fmla="*/ 0 w 914400"/>
              <a:gd name="connsiteY0" fmla="*/ 914400 h 914400"/>
              <a:gd name="connsiteX1" fmla="*/ 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0" fmla="*/ 0 w 1196531"/>
              <a:gd name="connsiteY0" fmla="*/ 914760 h 917829"/>
              <a:gd name="connsiteX1" fmla="*/ 0 w 1196531"/>
              <a:gd name="connsiteY1" fmla="*/ 360 h 917829"/>
              <a:gd name="connsiteX2" fmla="*/ 1149248 w 1196531"/>
              <a:gd name="connsiteY2" fmla="*/ 819793 h 917829"/>
              <a:gd name="connsiteX3" fmla="*/ 914400 w 1196531"/>
              <a:gd name="connsiteY3" fmla="*/ 914760 h 917829"/>
              <a:gd name="connsiteX4" fmla="*/ 0 w 1196531"/>
              <a:gd name="connsiteY4" fmla="*/ 914760 h 917829"/>
              <a:gd name="connsiteX0" fmla="*/ 59961 w 1256492"/>
              <a:gd name="connsiteY0" fmla="*/ 1514201 h 1517270"/>
              <a:gd name="connsiteX1" fmla="*/ 0 w 1256492"/>
              <a:gd name="connsiteY1" fmla="*/ 194 h 1517270"/>
              <a:gd name="connsiteX2" fmla="*/ 1209209 w 1256492"/>
              <a:gd name="connsiteY2" fmla="*/ 1419234 h 1517270"/>
              <a:gd name="connsiteX3" fmla="*/ 974361 w 1256492"/>
              <a:gd name="connsiteY3" fmla="*/ 1514201 h 1517270"/>
              <a:gd name="connsiteX4" fmla="*/ 59961 w 1256492"/>
              <a:gd name="connsiteY4" fmla="*/ 1514201 h 1517270"/>
              <a:gd name="connsiteX0" fmla="*/ 59961 w 1219259"/>
              <a:gd name="connsiteY0" fmla="*/ 1524234 h 1524234"/>
              <a:gd name="connsiteX1" fmla="*/ 0 w 1219259"/>
              <a:gd name="connsiteY1" fmla="*/ 10227 h 1524234"/>
              <a:gd name="connsiteX2" fmla="*/ 444710 w 1219259"/>
              <a:gd name="connsiteY2" fmla="*/ 1234395 h 1524234"/>
              <a:gd name="connsiteX3" fmla="*/ 1209209 w 1219259"/>
              <a:gd name="connsiteY3" fmla="*/ 1429267 h 1524234"/>
              <a:gd name="connsiteX4" fmla="*/ 974361 w 1219259"/>
              <a:gd name="connsiteY4" fmla="*/ 1524234 h 1524234"/>
              <a:gd name="connsiteX5" fmla="*/ 59961 w 1219259"/>
              <a:gd name="connsiteY5" fmla="*/ 1524234 h 1524234"/>
              <a:gd name="connsiteX0" fmla="*/ 59961 w 1219259"/>
              <a:gd name="connsiteY0" fmla="*/ 1524110 h 1524110"/>
              <a:gd name="connsiteX1" fmla="*/ 0 w 1219259"/>
              <a:gd name="connsiteY1" fmla="*/ 10103 h 1524110"/>
              <a:gd name="connsiteX2" fmla="*/ 444710 w 1219259"/>
              <a:gd name="connsiteY2" fmla="*/ 1249261 h 1524110"/>
              <a:gd name="connsiteX3" fmla="*/ 1209209 w 1219259"/>
              <a:gd name="connsiteY3" fmla="*/ 1429143 h 1524110"/>
              <a:gd name="connsiteX4" fmla="*/ 974361 w 1219259"/>
              <a:gd name="connsiteY4" fmla="*/ 1524110 h 1524110"/>
              <a:gd name="connsiteX5" fmla="*/ 59961 w 1219259"/>
              <a:gd name="connsiteY5" fmla="*/ 1524110 h 1524110"/>
              <a:gd name="connsiteX0" fmla="*/ 59961 w 1219259"/>
              <a:gd name="connsiteY0" fmla="*/ 1718651 h 1718651"/>
              <a:gd name="connsiteX1" fmla="*/ 0 w 1219259"/>
              <a:gd name="connsiteY1" fmla="*/ 204644 h 1718651"/>
              <a:gd name="connsiteX2" fmla="*/ 144908 w 1219259"/>
              <a:gd name="connsiteY2" fmla="*/ 109679 h 1718651"/>
              <a:gd name="connsiteX3" fmla="*/ 444710 w 1219259"/>
              <a:gd name="connsiteY3" fmla="*/ 1443802 h 1718651"/>
              <a:gd name="connsiteX4" fmla="*/ 1209209 w 1219259"/>
              <a:gd name="connsiteY4" fmla="*/ 1623684 h 1718651"/>
              <a:gd name="connsiteX5" fmla="*/ 974361 w 1219259"/>
              <a:gd name="connsiteY5" fmla="*/ 1718651 h 1718651"/>
              <a:gd name="connsiteX6" fmla="*/ 59961 w 1219259"/>
              <a:gd name="connsiteY6" fmla="*/ 1718651 h 1718651"/>
              <a:gd name="connsiteX0" fmla="*/ 59961 w 1219259"/>
              <a:gd name="connsiteY0" fmla="*/ 1718651 h 1718651"/>
              <a:gd name="connsiteX1" fmla="*/ 0 w 1219259"/>
              <a:gd name="connsiteY1" fmla="*/ 204644 h 1718651"/>
              <a:gd name="connsiteX2" fmla="*/ 144908 w 1219259"/>
              <a:gd name="connsiteY2" fmla="*/ 109679 h 1718651"/>
              <a:gd name="connsiteX3" fmla="*/ 354769 w 1219259"/>
              <a:gd name="connsiteY3" fmla="*/ 1443802 h 1718651"/>
              <a:gd name="connsiteX4" fmla="*/ 1209209 w 1219259"/>
              <a:gd name="connsiteY4" fmla="*/ 1623684 h 1718651"/>
              <a:gd name="connsiteX5" fmla="*/ 974361 w 1219259"/>
              <a:gd name="connsiteY5" fmla="*/ 1718651 h 1718651"/>
              <a:gd name="connsiteX6" fmla="*/ 59961 w 1219259"/>
              <a:gd name="connsiteY6" fmla="*/ 1718651 h 1718651"/>
              <a:gd name="connsiteX0" fmla="*/ 59961 w 1219259"/>
              <a:gd name="connsiteY0" fmla="*/ 1833912 h 1833912"/>
              <a:gd name="connsiteX1" fmla="*/ 0 w 1219259"/>
              <a:gd name="connsiteY1" fmla="*/ 319905 h 1833912"/>
              <a:gd name="connsiteX2" fmla="*/ 69957 w 1219259"/>
              <a:gd name="connsiteY2" fmla="*/ 75038 h 1833912"/>
              <a:gd name="connsiteX3" fmla="*/ 354769 w 1219259"/>
              <a:gd name="connsiteY3" fmla="*/ 1559063 h 1833912"/>
              <a:gd name="connsiteX4" fmla="*/ 1209209 w 1219259"/>
              <a:gd name="connsiteY4" fmla="*/ 1738945 h 1833912"/>
              <a:gd name="connsiteX5" fmla="*/ 974361 w 1219259"/>
              <a:gd name="connsiteY5" fmla="*/ 1833912 h 1833912"/>
              <a:gd name="connsiteX6" fmla="*/ 59961 w 1219259"/>
              <a:gd name="connsiteY6" fmla="*/ 1833912 h 1833912"/>
              <a:gd name="connsiteX0" fmla="*/ 59961 w 1219259"/>
              <a:gd name="connsiteY0" fmla="*/ 1833912 h 1833912"/>
              <a:gd name="connsiteX1" fmla="*/ 0 w 1219259"/>
              <a:gd name="connsiteY1" fmla="*/ 319905 h 1833912"/>
              <a:gd name="connsiteX2" fmla="*/ 69957 w 1219259"/>
              <a:gd name="connsiteY2" fmla="*/ 75038 h 1833912"/>
              <a:gd name="connsiteX3" fmla="*/ 489681 w 1219259"/>
              <a:gd name="connsiteY3" fmla="*/ 1499102 h 1833912"/>
              <a:gd name="connsiteX4" fmla="*/ 1209209 w 1219259"/>
              <a:gd name="connsiteY4" fmla="*/ 1738945 h 1833912"/>
              <a:gd name="connsiteX5" fmla="*/ 974361 w 1219259"/>
              <a:gd name="connsiteY5" fmla="*/ 1833912 h 1833912"/>
              <a:gd name="connsiteX6" fmla="*/ 59961 w 1219259"/>
              <a:gd name="connsiteY6" fmla="*/ 1833912 h 1833912"/>
              <a:gd name="connsiteX0" fmla="*/ 59961 w 1276888"/>
              <a:gd name="connsiteY0" fmla="*/ 1833912 h 1842862"/>
              <a:gd name="connsiteX1" fmla="*/ 0 w 1276888"/>
              <a:gd name="connsiteY1" fmla="*/ 319905 h 1842862"/>
              <a:gd name="connsiteX2" fmla="*/ 69957 w 1276888"/>
              <a:gd name="connsiteY2" fmla="*/ 75038 h 1842862"/>
              <a:gd name="connsiteX3" fmla="*/ 489681 w 1276888"/>
              <a:gd name="connsiteY3" fmla="*/ 1499102 h 1842862"/>
              <a:gd name="connsiteX4" fmla="*/ 1269169 w 1276888"/>
              <a:gd name="connsiteY4" fmla="*/ 1768926 h 1842862"/>
              <a:gd name="connsiteX5" fmla="*/ 974361 w 1276888"/>
              <a:gd name="connsiteY5" fmla="*/ 1833912 h 1842862"/>
              <a:gd name="connsiteX6" fmla="*/ 59961 w 1276888"/>
              <a:gd name="connsiteY6" fmla="*/ 1833912 h 1842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6888" h="1842862">
                <a:moveTo>
                  <a:pt x="59961" y="1833912"/>
                </a:moveTo>
                <a:lnTo>
                  <a:pt x="0" y="319905"/>
                </a:lnTo>
                <a:cubicBezTo>
                  <a:pt x="14158" y="134189"/>
                  <a:pt x="-4161" y="-131488"/>
                  <a:pt x="69957" y="75038"/>
                </a:cubicBezTo>
                <a:cubicBezTo>
                  <a:pt x="144075" y="281564"/>
                  <a:pt x="312298" y="1329214"/>
                  <a:pt x="489681" y="1499102"/>
                </a:cubicBezTo>
                <a:cubicBezTo>
                  <a:pt x="667064" y="1668990"/>
                  <a:pt x="1218369" y="1640672"/>
                  <a:pt x="1269169" y="1768926"/>
                </a:cubicBezTo>
                <a:cubicBezTo>
                  <a:pt x="1319969" y="1897180"/>
                  <a:pt x="1108440" y="1815586"/>
                  <a:pt x="974361" y="1833912"/>
                </a:cubicBezTo>
                <a:lnTo>
                  <a:pt x="59961" y="1833912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1BCFEBCF-1CAC-1296-C21B-C19D3D932037}"/>
              </a:ext>
            </a:extLst>
          </p:cNvPr>
          <p:cNvSpPr/>
          <p:nvPr/>
        </p:nvSpPr>
        <p:spPr>
          <a:xfrm>
            <a:off x="8197612" y="236131"/>
            <a:ext cx="1425821" cy="2006611"/>
          </a:xfrm>
          <a:custGeom>
            <a:avLst/>
            <a:gdLst>
              <a:gd name="connsiteX0" fmla="*/ 0 w 1205078"/>
              <a:gd name="connsiteY0" fmla="*/ 498854 h 498854"/>
              <a:gd name="connsiteX1" fmla="*/ 0 w 1205078"/>
              <a:gd name="connsiteY1" fmla="*/ 0 h 498854"/>
              <a:gd name="connsiteX2" fmla="*/ 1205078 w 1205078"/>
              <a:gd name="connsiteY2" fmla="*/ 498854 h 498854"/>
              <a:gd name="connsiteX3" fmla="*/ 0 w 1205078"/>
              <a:gd name="connsiteY3" fmla="*/ 498854 h 498854"/>
              <a:gd name="connsiteX0" fmla="*/ 1139253 w 1205078"/>
              <a:gd name="connsiteY0" fmla="*/ 0 h 629587"/>
              <a:gd name="connsiteX1" fmla="*/ 0 w 1205078"/>
              <a:gd name="connsiteY1" fmla="*/ 130733 h 629587"/>
              <a:gd name="connsiteX2" fmla="*/ 1205078 w 1205078"/>
              <a:gd name="connsiteY2" fmla="*/ 629587 h 629587"/>
              <a:gd name="connsiteX3" fmla="*/ 1139253 w 1205078"/>
              <a:gd name="connsiteY3" fmla="*/ 0 h 629587"/>
              <a:gd name="connsiteX0" fmla="*/ 1139253 w 2164448"/>
              <a:gd name="connsiteY0" fmla="*/ 0 h 794479"/>
              <a:gd name="connsiteX1" fmla="*/ 0 w 2164448"/>
              <a:gd name="connsiteY1" fmla="*/ 130733 h 794479"/>
              <a:gd name="connsiteX2" fmla="*/ 2164448 w 2164448"/>
              <a:gd name="connsiteY2" fmla="*/ 794479 h 794479"/>
              <a:gd name="connsiteX3" fmla="*/ 1139253 w 2164448"/>
              <a:gd name="connsiteY3" fmla="*/ 0 h 794479"/>
              <a:gd name="connsiteX0" fmla="*/ 1139253 w 2164448"/>
              <a:gd name="connsiteY0" fmla="*/ 0 h 794479"/>
              <a:gd name="connsiteX1" fmla="*/ 0 w 2164448"/>
              <a:gd name="connsiteY1" fmla="*/ 130733 h 794479"/>
              <a:gd name="connsiteX2" fmla="*/ 1130127 w 2164448"/>
              <a:gd name="connsiteY2" fmla="*/ 316439 h 794479"/>
              <a:gd name="connsiteX3" fmla="*/ 2164448 w 2164448"/>
              <a:gd name="connsiteY3" fmla="*/ 794479 h 794479"/>
              <a:gd name="connsiteX4" fmla="*/ 1139253 w 2164448"/>
              <a:gd name="connsiteY4" fmla="*/ 0 h 794479"/>
              <a:gd name="connsiteX0" fmla="*/ 1349116 w 2164448"/>
              <a:gd name="connsiteY0" fmla="*/ 0 h 689547"/>
              <a:gd name="connsiteX1" fmla="*/ 0 w 2164448"/>
              <a:gd name="connsiteY1" fmla="*/ 25801 h 689547"/>
              <a:gd name="connsiteX2" fmla="*/ 1130127 w 2164448"/>
              <a:gd name="connsiteY2" fmla="*/ 211507 h 689547"/>
              <a:gd name="connsiteX3" fmla="*/ 2164448 w 2164448"/>
              <a:gd name="connsiteY3" fmla="*/ 689547 h 689547"/>
              <a:gd name="connsiteX4" fmla="*/ 1349116 w 2164448"/>
              <a:gd name="connsiteY4" fmla="*/ 0 h 689547"/>
              <a:gd name="connsiteX0" fmla="*/ 1349116 w 2224409"/>
              <a:gd name="connsiteY0" fmla="*/ 0 h 839449"/>
              <a:gd name="connsiteX1" fmla="*/ 0 w 2224409"/>
              <a:gd name="connsiteY1" fmla="*/ 25801 h 839449"/>
              <a:gd name="connsiteX2" fmla="*/ 1130127 w 2224409"/>
              <a:gd name="connsiteY2" fmla="*/ 211507 h 839449"/>
              <a:gd name="connsiteX3" fmla="*/ 2224409 w 2224409"/>
              <a:gd name="connsiteY3" fmla="*/ 839449 h 839449"/>
              <a:gd name="connsiteX4" fmla="*/ 1349116 w 2224409"/>
              <a:gd name="connsiteY4" fmla="*/ 0 h 839449"/>
              <a:gd name="connsiteX0" fmla="*/ 1349116 w 2224409"/>
              <a:gd name="connsiteY0" fmla="*/ 0 h 839449"/>
              <a:gd name="connsiteX1" fmla="*/ 0 w 2224409"/>
              <a:gd name="connsiteY1" fmla="*/ 25801 h 839449"/>
              <a:gd name="connsiteX2" fmla="*/ 1130127 w 2224409"/>
              <a:gd name="connsiteY2" fmla="*/ 211507 h 839449"/>
              <a:gd name="connsiteX3" fmla="*/ 2224409 w 2224409"/>
              <a:gd name="connsiteY3" fmla="*/ 839449 h 839449"/>
              <a:gd name="connsiteX4" fmla="*/ 2095580 w 2224409"/>
              <a:gd name="connsiteY4" fmla="*/ 45266 h 839449"/>
              <a:gd name="connsiteX5" fmla="*/ 1349116 w 2224409"/>
              <a:gd name="connsiteY5" fmla="*/ 0 h 839449"/>
              <a:gd name="connsiteX0" fmla="*/ 1349116 w 2224409"/>
              <a:gd name="connsiteY0" fmla="*/ 0 h 839449"/>
              <a:gd name="connsiteX1" fmla="*/ 0 w 2224409"/>
              <a:gd name="connsiteY1" fmla="*/ 25801 h 839449"/>
              <a:gd name="connsiteX2" fmla="*/ 1434883 w 2224409"/>
              <a:gd name="connsiteY2" fmla="*/ 175281 h 839449"/>
              <a:gd name="connsiteX3" fmla="*/ 2224409 w 2224409"/>
              <a:gd name="connsiteY3" fmla="*/ 839449 h 839449"/>
              <a:gd name="connsiteX4" fmla="*/ 2095580 w 2224409"/>
              <a:gd name="connsiteY4" fmla="*/ 45266 h 839449"/>
              <a:gd name="connsiteX5" fmla="*/ 1349116 w 2224409"/>
              <a:gd name="connsiteY5" fmla="*/ 0 h 839449"/>
              <a:gd name="connsiteX0" fmla="*/ 1366527 w 2241820"/>
              <a:gd name="connsiteY0" fmla="*/ 0 h 839449"/>
              <a:gd name="connsiteX1" fmla="*/ 17411 w 2241820"/>
              <a:gd name="connsiteY1" fmla="*/ 25801 h 839449"/>
              <a:gd name="connsiteX2" fmla="*/ 682979 w 2241820"/>
              <a:gd name="connsiteY2" fmla="*/ 52511 h 839449"/>
              <a:gd name="connsiteX3" fmla="*/ 1452294 w 2241820"/>
              <a:gd name="connsiteY3" fmla="*/ 175281 h 839449"/>
              <a:gd name="connsiteX4" fmla="*/ 2241820 w 2241820"/>
              <a:gd name="connsiteY4" fmla="*/ 839449 h 839449"/>
              <a:gd name="connsiteX5" fmla="*/ 2112991 w 2241820"/>
              <a:gd name="connsiteY5" fmla="*/ 45266 h 839449"/>
              <a:gd name="connsiteX6" fmla="*/ 1366527 w 2241820"/>
              <a:gd name="connsiteY6" fmla="*/ 0 h 839449"/>
              <a:gd name="connsiteX0" fmla="*/ 1366527 w 2241820"/>
              <a:gd name="connsiteY0" fmla="*/ 0 h 839449"/>
              <a:gd name="connsiteX1" fmla="*/ 17411 w 2241820"/>
              <a:gd name="connsiteY1" fmla="*/ 25801 h 839449"/>
              <a:gd name="connsiteX2" fmla="*/ 682979 w 2241820"/>
              <a:gd name="connsiteY2" fmla="*/ 52511 h 839449"/>
              <a:gd name="connsiteX3" fmla="*/ 1452294 w 2241820"/>
              <a:gd name="connsiteY3" fmla="*/ 175281 h 839449"/>
              <a:gd name="connsiteX4" fmla="*/ 2241820 w 2241820"/>
              <a:gd name="connsiteY4" fmla="*/ 839449 h 839449"/>
              <a:gd name="connsiteX5" fmla="*/ 2159877 w 2241820"/>
              <a:gd name="connsiteY5" fmla="*/ 16285 h 839449"/>
              <a:gd name="connsiteX6" fmla="*/ 1366527 w 2241820"/>
              <a:gd name="connsiteY6" fmla="*/ 0 h 839449"/>
              <a:gd name="connsiteX0" fmla="*/ 1366527 w 2221014"/>
              <a:gd name="connsiteY0" fmla="*/ 0 h 969864"/>
              <a:gd name="connsiteX1" fmla="*/ 17411 w 2221014"/>
              <a:gd name="connsiteY1" fmla="*/ 25801 h 969864"/>
              <a:gd name="connsiteX2" fmla="*/ 682979 w 2221014"/>
              <a:gd name="connsiteY2" fmla="*/ 52511 h 969864"/>
              <a:gd name="connsiteX3" fmla="*/ 1452294 w 2221014"/>
              <a:gd name="connsiteY3" fmla="*/ 175281 h 969864"/>
              <a:gd name="connsiteX4" fmla="*/ 2171492 w 2221014"/>
              <a:gd name="connsiteY4" fmla="*/ 969864 h 969864"/>
              <a:gd name="connsiteX5" fmla="*/ 2159877 w 2221014"/>
              <a:gd name="connsiteY5" fmla="*/ 16285 h 969864"/>
              <a:gd name="connsiteX6" fmla="*/ 1366527 w 2221014"/>
              <a:gd name="connsiteY6" fmla="*/ 0 h 969864"/>
              <a:gd name="connsiteX0" fmla="*/ 1366527 w 2229812"/>
              <a:gd name="connsiteY0" fmla="*/ 0 h 969864"/>
              <a:gd name="connsiteX1" fmla="*/ 17411 w 2229812"/>
              <a:gd name="connsiteY1" fmla="*/ 25801 h 969864"/>
              <a:gd name="connsiteX2" fmla="*/ 682979 w 2229812"/>
              <a:gd name="connsiteY2" fmla="*/ 52511 h 969864"/>
              <a:gd name="connsiteX3" fmla="*/ 1452294 w 2229812"/>
              <a:gd name="connsiteY3" fmla="*/ 175281 h 969864"/>
              <a:gd name="connsiteX4" fmla="*/ 2171492 w 2229812"/>
              <a:gd name="connsiteY4" fmla="*/ 969864 h 969864"/>
              <a:gd name="connsiteX5" fmla="*/ 2159877 w 2229812"/>
              <a:gd name="connsiteY5" fmla="*/ 16285 h 969864"/>
              <a:gd name="connsiteX6" fmla="*/ 1366527 w 2229812"/>
              <a:gd name="connsiteY6" fmla="*/ 0 h 96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9812" h="969864">
                <a:moveTo>
                  <a:pt x="1366527" y="0"/>
                </a:moveTo>
                <a:lnTo>
                  <a:pt x="17411" y="25801"/>
                </a:lnTo>
                <a:cubicBezTo>
                  <a:pt x="-104328" y="41798"/>
                  <a:pt x="443832" y="27598"/>
                  <a:pt x="682979" y="52511"/>
                </a:cubicBezTo>
                <a:cubicBezTo>
                  <a:pt x="922126" y="77424"/>
                  <a:pt x="1184673" y="51370"/>
                  <a:pt x="1452294" y="175281"/>
                </a:cubicBezTo>
                <a:lnTo>
                  <a:pt x="2171492" y="969864"/>
                </a:lnTo>
                <a:cubicBezTo>
                  <a:pt x="2034778" y="758268"/>
                  <a:pt x="2366920" y="227881"/>
                  <a:pt x="2159877" y="16285"/>
                </a:cubicBezTo>
                <a:lnTo>
                  <a:pt x="1366527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64ECF1-4C5E-9D9D-6067-5A800E1F82AA}"/>
              </a:ext>
            </a:extLst>
          </p:cNvPr>
          <p:cNvSpPr txBox="1"/>
          <p:nvPr/>
        </p:nvSpPr>
        <p:spPr>
          <a:xfrm>
            <a:off x="1250429" y="5677298"/>
            <a:ext cx="172387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_____________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ordinator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CF3ED0-AAB2-43DE-CEF4-D7F1EE4DA23C}"/>
              </a:ext>
            </a:extLst>
          </p:cNvPr>
          <p:cNvSpPr txBox="1"/>
          <p:nvPr/>
        </p:nvSpPr>
        <p:spPr>
          <a:xfrm>
            <a:off x="4009871" y="5692476"/>
            <a:ext cx="172387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_____________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FAA11A-86FD-2576-8F0F-67EFE4A301DE}"/>
              </a:ext>
            </a:extLst>
          </p:cNvPr>
          <p:cNvSpPr txBox="1"/>
          <p:nvPr/>
        </p:nvSpPr>
        <p:spPr>
          <a:xfrm>
            <a:off x="7005106" y="5692476"/>
            <a:ext cx="172387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_____________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691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90</TotalTime>
  <Words>56</Words>
  <Application>Microsoft Office PowerPoint</Application>
  <PresentationFormat>A4 Paper (210x297 mm)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Garamond</vt:lpstr>
      <vt:lpstr>Old English Text MT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2025-04-24T02:07:16Z</dcterms:created>
  <dcterms:modified xsi:type="dcterms:W3CDTF">2025-04-24T03:37:46Z</dcterms:modified>
</cp:coreProperties>
</file>